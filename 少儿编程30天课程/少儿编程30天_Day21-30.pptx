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notesMasterIdLst>
    <p:notesMasterId r:id="rId5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第21天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项目实战：Flappy Bird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第21天 · 设计游戏架构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840480" y="3474720"/>
            <a:ext cx="1463040" cy="73152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Flappy Bird游戏分析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" cy="16459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角色：小鸟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164592" cy="16459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727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控制：按空格键向上飞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22576"/>
            <a:ext cx="164592" cy="16459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3113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障碍：管道从上往下出现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164592" cy="16459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950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失败：碰到管道或掉到地上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游戏设计规划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1. 设计角色：小鸟精灵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727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2. 设计管道：用克隆生成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22576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3113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3. 计分：穿过管道+1分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950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4. 失败条件：碰到管道/地面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先设计再动手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73152" cy="374904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</a:rPr>
              <a:t>设计步骤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画出游戏的流程图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明确每个功能点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列出需要的积木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按模块逐步实现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60120"/>
            <a:ext cx="73152" cy="3749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开发原则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1508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小步迭代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2057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先简单后复杂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边做边测试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做出可玩的版本！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今日任务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1. 创建小鸟角色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2. 实现空格键跳跃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3. 让小鸟受重力下落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3657600"/>
            <a:ext cx="8595360" cy="9144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3657600"/>
            <a:ext cx="73152" cy="9144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79476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</a:rPr>
              <a:t>Hint: 重点：重力系统 = 不断让Y减小！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第22天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Flappy Bird 第二部分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第22天 · 管道生成和碰撞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840480" y="3474720"/>
            <a:ext cx="1463040" cy="73152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管道生成系统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用克隆生成管道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727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管道分为上下两根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22576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3113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上下管道之间有空隙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950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每隔一段时间生成一对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管道移动和碰撞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管道不断向左移动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727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碰到小鸟 游戏结束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22576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3113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穿过管道 得分+1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950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移出屏幕 删除克隆体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完善游戏功能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73152" cy="3749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核心功能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添加分数显示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添加最高分记录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添加开始界面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添加"再玩一次"功能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60120"/>
            <a:ext cx="73152" cy="3749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调试技巧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1508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Bug：程序出错了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2057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调试：找出并修复错误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方法1：逐步运行观察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方法2：加"说"积木显示变量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今日任务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1. 创建管道角色（上下两根）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2. 实现管道向左移动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3. 实现碰到管道游戏结束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3657600"/>
            <a:ext cx="8595360" cy="9144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3657600"/>
            <a:ext cx="73152" cy="9144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79476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</a:rPr>
              <a:t>Hint: 管道碰撞检测在克隆体的脚本里！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第23天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Flappy Bird 第三部分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第23天 · 完善和发布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840480" y="3474720"/>
            <a:ext cx="1463040" cy="73152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完善游戏功能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添加分数显示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727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添加最高分记录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22576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3113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添加开始界面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950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添加"再玩一次"按钮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测试和调试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逐个功能测试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727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记录发现的问题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22576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3113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修复Bug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950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测试不同情况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发布你的游戏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73152" cy="374904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</a:rPr>
              <a:t>发布步骤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1. 点击"分享"按钮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2. 复制分享链接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3. 分享给朋友玩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4. 收集反馈改进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60120"/>
            <a:ext cx="73152" cy="3749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</a:rPr>
              <a:t>成为创作者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1508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发布到Scratch社区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2057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让更多人玩到你的游戏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收到评论和建议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不断迭代改进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今日任务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1. 完成Flappy Bird所有功能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2. 测试确保没有Bug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3. 发布游戏到Scratch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4. 分享给3个朋友试玩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3657600"/>
            <a:ext cx="8595360" cy="9144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3657600"/>
            <a:ext cx="73152" cy="9144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79476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</a:rPr>
              <a:t>Hint: 恭喜你完成第一个游戏！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第24天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大作业：贪吃蛇游戏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第24天 · 综合项目实战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840480" y="3474720"/>
            <a:ext cx="1463040" cy="73152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贪吃蛇游戏分析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角色：蛇和食物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727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控制：方向键移动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22576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3113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目标：吃食物长长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950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失败：撞墙或撞自己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游戏架构设计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蛇身体 = 列表（存储每节位置）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727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移动 = 在头部添加新位置，删除尾部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22576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3113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吃到食物 = 判断坐标重合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950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撞墙/撞自己 = 判断坐标是否超出边界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实现计划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73152" cy="3749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核心功能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蛇的移动和转向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食物的随机生成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碰撞检测：吃食物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碰撞检测：撞墙/撞自己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60120"/>
            <a:ext cx="73152" cy="3749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加分功能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1508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吃食物长身体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2057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分数显示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最高分记录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开始/结束界面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今日任务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1. 设计贪吃蛇的游戏规则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2. 画流程图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3. 开始实现基本功能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3657600"/>
            <a:ext cx="8595360" cy="9144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3657600"/>
            <a:ext cx="73152" cy="9144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79476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</a:rPr>
              <a:t>Hint: 今天开始做你最重要的作品！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第25天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贪吃蛇实现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第25天 · 贪吃蛇核心代码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840480" y="3474720"/>
            <a:ext cx="1463040" cy="73152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蛇的移动实现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用列表存储蛇身每个节的位置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727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移动 = 在列表头部添加新位置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22576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3113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删除列表尾部表示移动效果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950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用"重复直到"实现持续移动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碰撞检测实现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吃到食物 = 蛇头位置=食物位置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727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撞墙 = X或Y超出边界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22576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3113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撞自己 = 蛇头位置在身体列表中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950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用条件判断实现失败检测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代码实现要点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73152" cy="3749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关键代码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用列表存储位置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移动：unshift头部，pop尾部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方向用变量控制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条件判断实现碰撞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60120"/>
            <a:ext cx="73152" cy="3749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调试要点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1508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先实现移动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2057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再加吃食物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再加碰撞检测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最后加分数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今日任务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1. 实现蛇的基本移动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2. 实现食物随机出现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3. 实现吃食物长身体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3657600"/>
            <a:ext cx="8595360" cy="9144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3657600"/>
            <a:ext cx="73152" cy="9144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79476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</a:rPr>
              <a:t>Hint: 贪吃蛇最核心的部分！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第26天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贪吃蛇完善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第26天 · 添加游戏系统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840480" y="3474720"/>
            <a:ext cx="1463040" cy="73152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分数系统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" cy="16459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创建一个分数变量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164592" cy="16459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727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吃到食物分数+1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22576"/>
            <a:ext cx="164592" cy="16459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3113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在舞台上显示分数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164592" cy="16459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950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更新最高分记录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游戏结束系统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撞墙 游戏结束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727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撞自己 游戏结束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22576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3113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显示"游戏结束"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950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显示"再来一次"按钮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游戏体验优化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73152" cy="3749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优化方向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添加开始界面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添加游戏说明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添加难度选择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添加音效反馈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60120"/>
            <a:ext cx="73152" cy="3749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让游戏更好玩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1508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吃食物播放音效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2057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游戏结束播放不同音效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添加倒计时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添加排行榜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今日任务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1. 添加分数显示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2. 添加游戏结束判断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3. 添加重新开始功能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3657600"/>
            <a:ext cx="8595360" cy="9144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3657600"/>
            <a:ext cx="73152" cy="9144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79476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</a:rPr>
              <a:t>Hint: 让贪吃蛇变成完整游戏！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第27天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思维大挑战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第27天 · 逻辑思维训练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840480" y="3474720"/>
            <a:ext cx="1463040" cy="73152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什么是计算思维？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" cy="16459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分解：把大问题拆成小问题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164592" cy="16459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727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模式识别：找出重复的规律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22576"/>
            <a:ext cx="164592" cy="16459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3113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抽象：忽略不重要的细节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164592" cy="16459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950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算法：用步骤解决问题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生活中的计算思维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整理房间 = 分解+排序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727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做饭 = 按顺序执行步骤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22576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3113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出行路线 = 找最优路径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950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解决问题 = 分解+模式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编程中的思维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73152" cy="3749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</a:rPr>
              <a:t>分解思维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大游戏拆成小功能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每个功能单独实现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最后组合在一起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分而治之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60120"/>
            <a:ext cx="73152" cy="3749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模式思维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1508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发现重复的模式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2057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用循环处理重复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用变量处理变化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规律让代码更简洁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今日练习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1. 把Flappy Bird拆成5个模块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2. 找出贪吃蛇中的重复代码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3. 用循环优化代码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3657600"/>
            <a:ext cx="8595360" cy="9144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3657600"/>
            <a:ext cx="73152" cy="9144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79476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</a:rPr>
              <a:t>Hint: 思维比代码更重要！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第28天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调试和找Bug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第28天 · 程序的医生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840480" y="3474720"/>
            <a:ext cx="1463040" cy="73152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什么是Bug？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Bug = 程序中的错误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727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让程序不能正常工作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22576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3113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每个程序员都会遇到Bug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950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Bug是正常的，重要的是解决它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调试方法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方法1：加"说"积木看变量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727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方法2：用print逐步打印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22576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3113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方法3：逐步运行观察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950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方法4：检查积木连接顺序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常见Bug类型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73152" cy="3749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常见错误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积木连接顺序错误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条件判断写反了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循环忘记加停止条件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变量忘记初始化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60120"/>
            <a:ext cx="73152" cy="3749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调试心态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1508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Bug是学习的机会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2057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慢慢来，别着急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一个一个排查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解决了就是进步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今日练习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1. 故意制造一个Bug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2. 用调试方法找出它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3. 修复Bug并记录方法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3657600"/>
            <a:ext cx="8595360" cy="9144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3657600"/>
            <a:ext cx="73152" cy="9144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79476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</a:rPr>
              <a:t>Hint: 会调试才是真高手！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第29天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分享你的作品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第29天 · 成为创作者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840480" y="3474720"/>
            <a:ext cx="1463040" cy="73152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为什么要分享？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分享让他人受益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727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获得反馈和建议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22576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3113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建立自己的作品集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950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成为创作者的自豪感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如何分享Scratch作品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1. 登录Scratch账号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727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2. 点击"分享"按钮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22576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3113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3. 填写作品介绍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950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4. 设置标签让更多人看到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成为更好的创作者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73152" cy="374904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</a:rPr>
              <a:t>好作品要素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有创意的想法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完整可运行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有清晰说明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界面美观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60120"/>
            <a:ext cx="73152" cy="3749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</a:rPr>
              <a:t>持续改进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1508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收集玩家反馈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2057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不断迭代更新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学习他人的作品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参与社区活动</a:t>
            </a:r>
            <a:endParaRPr lang="en-US" sz="13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今日任务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1. 发布你的贪吃蛇游戏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2. 写一个好的作品介绍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3. 分享给朋友收集反馈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3657600"/>
            <a:ext cx="8595360" cy="9144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3657600"/>
            <a:ext cx="73152" cy="9144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79476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</a:rPr>
              <a:t>Hint: 你已经是小小创作者了！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第30天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编程之路永无止境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第30天 · 总结与展望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840480" y="3474720"/>
            <a:ext cx="1463040" cy="73152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30天的收获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Scratch基础命令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727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变量、列表、广播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22576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3113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克隆和自制积木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950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游戏开发流程</a:t>
            </a:r>
            <a:endParaRPr lang="en-US" sz="1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你学到的思维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分解问题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727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模式识别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22576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3113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抽象概括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950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算法设计</a:t>
            </a:r>
            <a:endParaRPr lang="en-US" sz="1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未来学习方向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73152" cy="3749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Scratch进阶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更复杂的游戏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动画和故事创作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参与比赛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成为Scratch社区明星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60120"/>
            <a:ext cx="73152" cy="3749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</a:rPr>
              <a:t>继续学习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1508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Python编程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2057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JavaScript网页开发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算法竞赛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人工智能</a:t>
            </a:r>
            <a:endParaRPr lang="en-US" sz="13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毕业任务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1. 整理你30天做的所有作品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2. 给每个作品写介绍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3. 发布到Scratch作品集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4. 给父母展示你的成果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3657600"/>
            <a:ext cx="8595360" cy="9144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3657600"/>
            <a:ext cx="73152" cy="9144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79476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</a:rPr>
              <a:t>Hint: 恭喜完成30天学习！你已经是小小程序员了！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结业证书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1. 30天坚持学习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2. 完成了所有任务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3. 掌握Scratch基础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4. 培养了计算思维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3657600"/>
            <a:ext cx="8595360" cy="9144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3657600"/>
            <a:ext cx="73152" cy="9144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79476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</a:rPr>
              <a:t>Hint: 你就是明天的编程之星！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2026-03-29T14:23:23Z</dcterms:created>
  <dcterms:modified xsi:type="dcterms:W3CDTF">2026-03-29T14:23:23Z</dcterms:modified>
</cp:coreProperties>
</file>