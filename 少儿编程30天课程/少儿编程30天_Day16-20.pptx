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第16天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自制超级积木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第16天 · 函数/自制积木：封装代码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什么是自制积木？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把常用代码打包成一个积木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就像把乐高积木拼成大块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用的时候直接调用这个大积木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让程序更简洁、更易读！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为什么要用自制积木？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减少重复的代码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一个地方修改，全部生效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让程序结构清晰明了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复杂项目必备技能！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制作自制积木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制作步骤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1. 点击"自制积木"（紫色）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2. 点击"新建积木"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3. 给积木起有意义的名字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4. 把代码拖进去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703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5. 在脚本中调用！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最佳实践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把重复的代码封装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一次定义，多次使用！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走路/跳跃/飞翔都封装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让代码更优雅！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今日小任务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把"走路动画"做成自制积木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走路动画 = 换造型+移动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在不同地方多次使用这个积木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走路、跳跃、飞翔等动作都可以封装！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第17天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坐标：位置的魔法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第17天 · X轴Y轴，用数字精确定位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什么是坐标？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坐标 = 位置的数字表示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X轴：从左到右（-240到240）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Y轴：从下到上（-180到180）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舞台中心 = X:0, Y:0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Scratch坐标系统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X增大 向右移动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Y增大 向上移动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X=0, Y=0 舞台正中心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可以用"移到x:y:"精确定位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坐标在游戏中的应用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坐标系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角色移动范围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X: -200到200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Y: -150到150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随机出现：X随机，Y随机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游戏定位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坐标让游戏更精确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控制角色位置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设计地图/关卡布局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做俯视角游戏必备！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今日小任务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画出坐标系的示意图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让角色在四个角之间移动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做一个"随机传送"功能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"随机取数从-200到200"生成随机坐标！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第18天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随机数：让游戏更有趣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第18天 · 不确定性让游戏更精彩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什么是随机数？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随机 = 不确定，不知道会是什么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骰子  1到6随机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硬币  正面或反面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游戏里随机让每次玩都不同！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Scratch随机数积木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"随机取数从1到10"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生成1到10之间的任意数字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可以用在：位置、速度、颜色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让游戏不可预测，更有趣！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随机数的应用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游戏创意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随机位置出现道具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随机速度飞行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随机颜色变化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随机敌人方向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</a:rPr>
              <a:t>无限可能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敌人不总是同样路线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道具随机刷新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永远玩不腻！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随机让游戏更有趣！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今日小任务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让角色随机出现在舞台上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让角色的颜色随机变化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做一个"随机怪物"跑出来的游戏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随机 + 克隆 = 无限可能的游戏！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第19天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侦测和碰撞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第19天 · 游戏交互的核心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侦测是什么？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侦测 = 感知、检测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碰到边缘了？ 感知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按了空格键？ 感知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碰到某个颜色？ 感知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常用的侦测积木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"碰到[鼠标指针]？"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"碰到颜色[#FF0000]？"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"按键[空格]是否按下？"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"与...[的距离]"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碰撞检测在游戏中的应用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游戏核心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吃金币：碰到金币加分删除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射击：子弹碰到敌人爆炸加分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跳跃：碰到平台停下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伤害：碰到火焰扣血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学会碰撞 = 会做游戏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碰撞 = 游戏交互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没有碰撞 = 没有游戏！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掌握碰撞 = 掌握游戏！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这是最重要的功能！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今日小任务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做一个"吃金币"小游戏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吃到金币分数+1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金币被吃掉后消失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这是游戏里最重要的功能！必须掌握！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第20天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计时器和节拍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第20天 · 时间限制让游戏更紧张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计时器积木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Scratch有内置计时器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"计时器重置"：把时间归零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"计时器"：从0开始的秒数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可以用来计算时间！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计时器应用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倒计时：60-计时器=剩余秒数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比赛计时：记录完成时间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闪电游戏：时间到就结束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让游戏更有紧张感！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完整的计时游戏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计时系统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游戏开始时：计时器重置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游戏进行中：显示倒计时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计时器&gt;60：游戏结束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广播"游戏结束"消息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完整游戏要素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得分 + 生命 + 时间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三大系统配合使用！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做出完整的游戏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今天综合了前面学的！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今日小任务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给之前做的游戏加计时器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60秒内收集尽可能多的金币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时间到显示"游戏结束！"和最终得分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今天综合了前面学的内容，加油！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2026-03-29T14:23:24Z</dcterms:created>
  <dcterms:modified xsi:type="dcterms:W3CDTF">2026-03-29T14:23:24Z</dcterms:modified>
</cp:coreProperties>
</file>