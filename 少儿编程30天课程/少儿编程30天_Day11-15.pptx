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第11天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变量的魔力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第11天 · 变量：让程序记住事情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840480" y="3474720"/>
            <a:ext cx="1463040" cy="73152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什么是变量？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" cy="16459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变量 = 一个有名字的盒子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64592" cy="16459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727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盒子里可以装不同的东西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22576"/>
            <a:ext cx="164592" cy="16459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3113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分数、姓名、关卡数、速度...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164592" cy="16459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950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程序运行时可以改变盒子里的东西！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为什么游戏需要变量？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没有变量 = 记不住分数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727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没有变量 = 不知道剩几条命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22576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3113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玩家得分 = 变量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950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没有变量，游戏没法玩！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Scratch中创建变量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73152" cy="3749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</a:rPr>
              <a:t>创建步骤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1. 点击"变量"分类（橙色）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2. 点击"新建变量"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3. 给变量起个好听的名字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4. 选择"适用于所有角色"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60120"/>
            <a:ext cx="73152" cy="3749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命名规则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用有意义的名字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score = 分数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lives = 生命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level = 关卡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今日小任务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1. 创建一个"分数"变量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2. 让角色碰到某物时分数+1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3. 在舞台上显示分数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3657600"/>
            <a:ext cx="8595360" cy="9144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3657600"/>
            <a:ext cx="73152" cy="9144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79476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</a:rPr>
              <a:t>Hint: "将score增加1"让分数+1！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第12天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游戏核心：计分和生命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第12天 · 用变量制作完整游戏系统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840480" y="3474720"/>
            <a:ext cx="1463040" cy="73152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计分系统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" cy="16459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收集金币  分数+10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64592" cy="16459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727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消灭敌人  分数+50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22576"/>
            <a:ext cx="164592" cy="16459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3113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通过关卡  分数+1000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164592" cy="16459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950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用变量记录"奖励"！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生命值系统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生命 = 3 开始游戏时设置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727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碰到陷阱  生命-1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22576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3113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生命=0  游戏结束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950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保护好你的角色！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综合游戏系统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73152" cy="3749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三大变量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分数变量: score = 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生命变量: lives = 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关卡变量: level =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游戏开始时设置初始值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60120"/>
            <a:ext cx="73152" cy="3749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完整游戏系统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收集物品加分升级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碰到危险扣血游戏结束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三大系统配合使用！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做出真正的游戏！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今日小任务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1. 做一个简单的"收集水果"游戏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2. 收集水果得分+1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3. 碰到障碍物生命-1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4. 显示分数和生命值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3657600"/>
            <a:ext cx="8595360" cy="9144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3657600"/>
            <a:ext cx="73152" cy="9144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79476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</a:rPr>
              <a:t>Hint: 今天做的是游戏的核心！认真理解！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第13天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列表：数据的仓库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第13天 · 存储多个数据的有序集合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840480" y="3474720"/>
            <a:ext cx="1463040" cy="73152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变量 vs 列表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" cy="16459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变量 = 一个盒子，装一个东西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64592" cy="16459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727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列表 = 一排盒子，编好号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22576"/>
            <a:ext cx="164592" cy="16459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3113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第1个盒子、第2个盒子...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164592" cy="16459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950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列表可以存储很多数据！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什么时候用列表？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存储玩家的高分排行榜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727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存储一组道具/装备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22576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3113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存储一组词语（词典）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164592" cy="1645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950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需要很多"同类数据"时用列表！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Scratch列表操作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73152" cy="3749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列表操作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添加...到[列表]：加入新数据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删除第1项：从列表移除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第[1]项[列表]：获取数据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[列表]包含...？：查找数据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60120"/>
            <a:ext cx="73152" cy="3749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</a:rPr>
              <a:t>列表是神器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处理大量数据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排行榜用它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道具系统用它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让程序更强大！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今日小任务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1. 创建一个"高分榜"列表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2. 把分数添加到列表中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3. 找出列表中的最高分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3657600"/>
            <a:ext cx="8595360" cy="9144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3657600"/>
            <a:ext cx="73152" cy="9144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79476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</a:rPr>
              <a:t>Hint: 进阶：让列表按从大到小排序显示！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第14天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克隆：批量复制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第14天 · 用程序自动复制角色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840480" y="3474720"/>
            <a:ext cx="1463040" cy="73152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什么是克隆？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克隆 = 复制一个角色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727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不需要手动复制很多个！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22576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3113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程序运行时自动生成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950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适合做：子弹、敌人，金币雨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克隆的三步法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1. "克隆自己"：产生一个克隆体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727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2. "当作为克隆体启动时"：克隆体开始工作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22576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3113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3. "删除此克隆体"：克隆体完成任务消失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950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克隆体独立运行，不影响原角色！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克隆的酷炫应用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73152" cy="3749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游戏必备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射击游戏：不断克隆子弹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敌人群：批量生成敌人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收集游戏：随机生成金币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粒子特效：雪花飘落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60120"/>
            <a:ext cx="73152" cy="3749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高级技巧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大量重复角色必备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掌握这个能做真正游戏！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克隆让游戏更丰富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无限可能的创造！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今日小任务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1. 做一个"发射子弹"的小游戏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2. 按空格键发射子弹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3. 子弹碰到边缘后自动消失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3657600"/>
            <a:ext cx="8595360" cy="9144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3657600"/>
            <a:ext cx="73152" cy="9144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79476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</a:rPr>
              <a:t>Hint: 需要两个脚本——原角色和克隆体各自一套！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第15天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角色之间的悄悄话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第15天 · 广播：角色协调沟通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840480" y="3474720"/>
            <a:ext cx="1463040" cy="73152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为什么需要广播？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角色A想让角色B做某件事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727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但角色之间不能直接控制对方！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22576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3113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广播 = 发消息 = 喊话通知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950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收到消息的角色执行对应动作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广播的三步曲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" cy="16459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914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1. "广播[消息1]"：发出一个广播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164592" cy="16459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7276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2. "当收到消息1"：另一个角色等待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22576"/>
            <a:ext cx="164592" cy="16459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3113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3. 做相应的动作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164592" cy="16459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950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广播让角色协调工作！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广播的实战应用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73152" cy="3749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剧情动画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A角色碰到钥匙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  广播"获得钥匙"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B角色收到消息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  播放音效+加分+显示钥匙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60120"/>
            <a:ext cx="73152" cy="3749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</a:rPr>
              <a:t>游戏事件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用广播控制剧情顺序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2057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角色对话系统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游戏事件触发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• 让复杂动画井井有条！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今日小任务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1. 做两个角色对话的场景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2. 用广播控制对话顺序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3. 加上音效和动作效果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3657600"/>
            <a:ext cx="8595360" cy="9144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3657600"/>
            <a:ext cx="73152" cy="9144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79476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</a:rPr>
              <a:t>Hint: 广播让复杂动画变得井井有条！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2026-03-29T14:23:23Z</dcterms:created>
  <dcterms:modified xsi:type="dcterms:W3CDTF">2026-03-29T14:23:23Z</dcterms:modified>
</cp:coreProperties>
</file>