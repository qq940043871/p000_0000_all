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第1天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欢迎来到编程世界！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Scratch编程入门 · 计算思维启蒙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什么是编程？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编程 = 用计算机能懂的语言，告诉它做什么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就像写剧本，演员照着剧本来表演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程序 = 一系列指令的集合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会编程 = 拥有魔法，可以创造虚拟世界！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Scratch是什么？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MIT麻省理工专门为小朋友设计的编程工具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用"积木"来写程序，像搭乐高一样简单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可以制作动画，游戏、故事，音乐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完全免费！打开网页就能用！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今天的学习目标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学习内容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认识Scratch编程界面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了解"角色"的概念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拖动第一个积木程序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让小猫动起来！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培养目标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建立计算思维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理解指令顺序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体验编程的乐趣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为写游戏打基础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打开Scratch编辑器（scratch.mit.edu）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认识界面上的各个区域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点击小猫角色，观察它的动作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4. 尝试拖动积木，创造第一个程序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完成后举手告诉老师！你是小小程序员啦！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第2天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Scratch界面大探险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第2天 · 认识舞台区、角色区、积木区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Scratch三大区域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舞台区：动画播放的地方，像电视屏幕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角色区：所有角色（演员）在这里展示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积木区：程序积木，拖一拖拼一拼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舞台区详解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舞台大小：480 x 360 像素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角色在这里移动、表演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点击绿旗运行程序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红色按钮停止程序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积木分类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脚本区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积木拼在一起的地方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10种积木分类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事件、运动、外观、控制...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每种积木有不同颜色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分类列表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事件积木：程序开始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运动积木：移动角色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外观积木：改变样子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控制积木：循环判断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找到"当绿旗被点击"积木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找到"移动10步"积木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把它们拼在一起，点击绿旗！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提示：事件积木在左上角，运动积木是蓝色的！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第3天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角色和造型魔法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第3天 · 换装、变身，做动画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什么是角色？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角色 = 动画里的演员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Scratch里有100多种可爱角色！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小猫、小狗、恐龙、外星人...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也可以上传自己的图片做角色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什么是造型？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造型 = 角色的"衣服"或"状态"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一个角色可以有多个造型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换造型 = 角色"变身"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快速换造型 = 动画效果！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如何制作角色动画？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</a:rPr>
              <a:t>动画原理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小猫走路 = 快速切换造型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跳舞 = 循环切换多个造型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换装 = 切换不同衣服造型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魔法变身 = 造型1到2到3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小技巧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先给角色设计多个造型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用"下一个造型"积木切换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配合循环让动画持续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配合等待控制节奏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添加一个你喜欢的角色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给角色设计2-3个不同造型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让角色做走路动画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组合"下一个造型"和"重复"积木！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第4天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第一个真正的程序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第4天 · 事件积木和运动积木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程序的开始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所有程序都需要一个"开始信号"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"当绿旗被点击" = 程序启动的按钮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绿色小旗子就是Scratch的"开始键"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每次点击绿旗，程序就从头运行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运动积木家族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移动10步：角色向右移动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右转15度：顺时针旋转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移到x:0 y:0：直接跳到舞台中心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滑行1秒到x:100 y:100：平滑移动过去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让角色动起来！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步骤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1. 拖出"当绿旗被点击"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2. 拖出"移动10步"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3. 把两个积木拼在一起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4. 点击绿旗运行！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效果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小猫向右跑！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再试试旋转！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积木顺序很重要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你能让角色画圈吗？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让角色走一个正方形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让角色说"我到终点了！"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再加一个角色一起表演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画正方形秘诀：右转90度，重复4次！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第5天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神奇的循环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第5天 · 重复执行，让代码更聪明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什么是循环？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循环 = 重复做同一件事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生活中的循环：每天起床上学睡觉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程序里的循环：重复执行一组指令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循环让代码更短、更清楚！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Scratch的循环积木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"重复10次"：包起来，执行10次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"重复直到"：一直重复直到条件满足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"永远重复"：永不停止的循环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"停止全部脚本"：结束所有循环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循环 vs 复制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不用循环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复制20次"移动+右转"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代码很长很长很长...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数都数不清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容易出错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用循环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重复10次"移动+右转"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代码只有2行！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简洁高效！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一次写对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用循环画100步长的线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让角色围着正方形走一圈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用循环做一个旋转动画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画正方形 = 重复4次"移动50步 + 右转90度"！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2026-03-29T14:18:44Z</dcterms:created>
  <dcterms:modified xsi:type="dcterms:W3CDTF">2026-03-29T14:18:44Z</dcterms:modified>
</cp:coreProperties>
</file>