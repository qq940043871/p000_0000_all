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第6天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角色会说话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第6天 · 外观积木：说话、思考、变身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说话积木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"说...2秒"：角色头上显示气泡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气泡会显示2秒钟，然后消失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角色可以说任何话，数字、表情！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"说..."（不说秒数）：一直显示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外观积木全家福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下一个造型：切换到下一个造型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换成...造型：切换到指定造型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改变颜色效果：角色变彩色！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显示/隐藏：角色隐身术！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组合使用效果更好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</a:rPr>
              <a:t>创意组合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说"你好！" + 移动 = 边走边说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换造型 + 移动 = 走路动画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改变颜色 + 循环 = 彩虹效果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显示+隐藏+循环 = 闪烁效果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你是艺术家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组合多个积木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创造独特的动画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表达你的想象力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让角色活起来！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让角色自我介绍：说名字、年龄、爱好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让角色变换3种不同颜色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做一个简单的走路+说话动画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组合使用：外观+运动+等待！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第7天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音乐小达人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第7天 · 声音积木：配乐、节拍、演奏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播放声音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"播放声音...直到结束"：等声音播完才继续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"播放声音"：声音开始就继续，不等待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Scratch内置超多有趣的声音！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也可以上传自己的音乐哦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节拍器和演奏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"弹奏鼓声...拍"：敲鼓声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有多种鼓声可选（爵士鼓、定音鼓...）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"演奏音符...拍"：弹奏不同音高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可以演奏完整好听的曲子！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创作你的第一首歌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创作步骤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选择喜欢的乐器声音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设计节奏：音符+拍子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用循环重复节奏型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加上背景鼓点！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你就是音乐家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节拍 + 音符 = 音乐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重复 + 循环 = 完整曲子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创作独特的旋律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表演给家人看！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让角色边走边播放音乐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创作一个4拍的节奏型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给角色添加走路时的脚步声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播放声音不等待，角色边走边播！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第8天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时间的魔法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第8天 · 等待和时序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等待积木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"等待1秒"：停1秒再继续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"等待直到..."：等条件满足才继续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等待让事情按顺序发生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没有等待 = 同时发生，可能乱套！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顺序 vs 同时执行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顺序：做完一件再做下一件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同时：多件事一起做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跳舞 = 音乐 + 动作 同时！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故事 = 说话 + 动作 按顺序！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设计一段舞蹈动画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时序设计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播放音乐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等待1秒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开始跳舞（动作+造型切换）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跳舞结束说"谢谢观看！"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先规划再动手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好的动画有节奏感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先规划顺序再写代码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按步骤来不会乱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你就是小导演！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做一段"自我介绍"动画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包含：说话→动作→等待→再说话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设计一个有故事性的场景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先在纸上画出顺序图再动手！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第9天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做决定的程序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第9天 · 条件判断：如果...那么...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什么是条件判断？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如果...那么... = 做决定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生活中的条件：如果下雨了出门带伞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程序也需要做"决定"！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程序会根据答案做不同的事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Scratch的条件积木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"如果...那么"：条件满足才执行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"如果...那么...否则"：两边都有选项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条件 = YES或NO的问题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程序根据答案做不同的事！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游戏中的条件判断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游戏必备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如果碰到边缘 反弹回来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如果碰到颜色A 换个方向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如果得分&gt;100 宣布胜利！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如果按了空格键 跳起来！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条件 = 游戏灵魂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碰撞检测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键盘控制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得分系统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所有游戏都靠它！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如果碰到边缘，就反弹回来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如果按了空格键，角色跳起来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做一个"躲避障碍"小游戏雏形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"碰到边缘"在运动里；"碰到..."在感应里！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第10天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逻辑连接词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第10天 · 与(AND)、或(OR)、不(NOT)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三个逻辑连接词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AND（且）：两个条件都要满足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OR（或）：满足任意一个就行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NOT（不）：取反，YES变NO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组合起来让判断更精确！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用生活理解逻辑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如果(下雨AND带伞了) 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如果(下雨OR下雪) 穿外套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如果(NOT 开心) 想办法开心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且、或、非让条件更强大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游戏中的逻辑应用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高级技巧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如果(碰到边缘AND得分&gt;0) 说"太棒了！"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如果(按空格OR按W) 角色跳起来！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如果(NOT 碰到地板) 下落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精准控制角色行为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做真正的游戏AI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组合条件的威力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让游戏更智能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敌人有判断能力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做出真正好玩的游戏！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做一个"双人游戏"控制两个角色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用OR让任意方向键都能控制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用AND让特定条件触发事件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今天的知识很重要！是游戏AI的基础！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2026-03-29T14:23:37Z</dcterms:created>
  <dcterms:modified xsi:type="dcterms:W3CDTF">2026-03-29T14:23:37Z</dcterms:modified>
</cp:coreProperties>
</file>